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955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FD3C9"/>
                </a:solidFill>
                <a:latin typeface="Arial"/>
              </a:rPr>
              <a:t>PIPELINE FURNITURE LTD -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476500"/>
            <a:ext cx="1016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Management pack - January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D6E3"/>
                </a:solidFill>
                <a:latin typeface="Arial"/>
              </a:rPr>
              <a:t>Prepared by Claire Donnelly, Financial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6096000"/>
            <a:ext cx="1016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FB2C6"/>
                </a:solidFill>
                <a:latin typeface="Arial"/>
              </a:rPr>
              <a:t>Pipeline Furniture Ltd - fictional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244600"/>
            <a:ext cx="10769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85"/>
                </a:solidFill>
                <a:latin typeface="Arial"/>
              </a:rPr>
              <a:t>January 2026 - 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2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200" y="1905000"/>
            <a:ext cx="3454400" cy="508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EBITDA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317.0k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vs budget 324.0k (-7.0k)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8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800" y="1905000"/>
            <a:ext cx="3454400" cy="508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28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8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1.30M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8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vs budget 1.30M (-2.6k)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64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6400" y="1905000"/>
            <a:ext cx="3454400" cy="50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4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LINES TO 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4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4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variance of EUR 5,000 or more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1200" y="4191000"/>
            <a:ext cx="10769600" cy="12700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200" y="4445000"/>
            <a:ext cx="107696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B4856"/>
                </a:solidFill>
                <a:latin typeface="Arial"/>
              </a:rPr>
              <a:t>A quiet month: EBITDA 7k below budget, spread across small items. No line above the EUR 5,000 threshold.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P&amp;L vs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244600"/>
            <a:ext cx="10769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85"/>
                </a:solidFill>
                <a:latin typeface="Arial"/>
              </a:rPr>
              <a:t>January 2026 - EUR - favourable variances are positive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1200" y="1587500"/>
          <a:ext cx="1075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3500"/>
                <a:gridCol w="1720850"/>
                <a:gridCol w="1720850"/>
                <a:gridCol w="1936750"/>
                <a:gridCol w="1504950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P&amp;L line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Variance (fav +)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Over 5k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Contract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818,500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-1,500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Dealers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478,900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480,000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-1,100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Online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Timber &amp; panels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291,200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290,000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-1,200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Metal fittings &amp; hardware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114,300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115,000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+700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Direct labour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254,800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255,000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+200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Temporary labour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7,600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+400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Freight out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46,900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44,000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-2,900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33,200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31,000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-2,200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Professional fees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15,000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15,000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Rent &amp; facilities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Other overheads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57,400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58,000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+600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Salaries - admin &amp; sales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317,000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324,000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-7,000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Variance commentary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19304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5200" y="18415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No line above the EUR 5,000 threshold this month.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24130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324100"/>
            <a:ext cx="105156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Freight out -2,900: Winter fuel surcharge from Atlantic Freight in January (below threshold, no comment required).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2131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31242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Energy -2,200: Cold January, higher heating in the workshop (below threshold).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19304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5200" y="18415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No recurring issue identified.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24130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3241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Watch: Brightwood Timber announced a +8% price list from 1 February.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pack 2026-01</dc:title>
  <dc:subject/>
  <dc:creator>Claire Donnelly</dc:creator>
  <cp:keywords/>
  <dc:description>generated using python-pptx</dc:description>
  <cp:lastModifiedBy>Claire Donnelly</cp:lastModifiedBy>
  <cp:revision>1</cp:revision>
  <dcterms:created xsi:type="dcterms:W3CDTF">2026-04-01T09:00:00Z</dcterms:created>
  <dcterms:modified xsi:type="dcterms:W3CDTF">2026-04-01T09:00:00Z</dcterms:modified>
  <cp:category/>
</cp:coreProperties>
</file>