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not the tech. One sentence: every month a financial controller explains why the numbers moved, and the explanation has already crossed their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sources, three channels. The information exists; it is scattered across a month of screen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table. Point at the six Demo rows: that is what the jury will see. The rest is the roadmap; the dataset already supports two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project, one track, chosen Friday 19:15. Track 2 is the demo itself. Tracks 1 and 3 become the roadmap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1 and 2 happen once, in February. Steps 3 to 5 are the March close the agent runs on its own. Stress step 3: the numbers never come from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line is a different kind of test: two stories netted in one number, a new account, memory, audio, no evidence at all, a one-off, a timing effect. The answer key is in this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map to the demo script. If time runs short live, keep 2, 3 and 4: audio, memory, honesty. They are the hackathon's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jury's first question before they ask it: 'you record a finance person's whole screen?' The privacy controls are screenpipe's own: app and window filters, password exclusion, per-pipe permissions enforced by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prize is a paid contract to integrate the hack into the product. This slide is the business case. Do not claim hours saved: we have not measured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Tracks 1 and 3 live here. The dataset already holds the material for the handoff (April close, Ellen takes over) and for onboarding (Owen joins in March).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names once the team is formed on Friday. Shows the jury the scope fits 48 hours. Confirm at the briefing that a prepared fictional dataset is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outcome, then the nod to screenpipe. Pause. Then: thank you,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5000"/>
            <a:ext cx="10566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0A36F"/>
                </a:solidFill>
                <a:latin typeface="Arial"/>
              </a:rPr>
              <a:t>42 PARIS X SCREENPIPE - BUILD AGENTS THAT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413000"/>
            <a:ext cx="105664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6F4EF"/>
                </a:solidFill>
                <a:latin typeface="Arial"/>
              </a:rPr>
              <a:t>Close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56000"/>
            <a:ext cx="8890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9D3DD"/>
                </a:solidFill>
                <a:latin typeface="Arial"/>
              </a:rPr>
              <a:t>An agent that closes the month with screenpipe as its memory, and explains every variance with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2611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0"/>
                </a:solidFill>
                <a:latin typeface="Arial"/>
              </a:rPr>
              <a:t>Track 2 - Teach an agent your workflow - Fictional company: Pipeline Furniture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85A24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6500"/>
            <a:ext cx="1056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4202E"/>
                </a:solidFill>
                <a:latin typeface="Arial"/>
              </a:rPr>
              <a:t>Every month, the controller explains why the numbers moved. The answer already crossed their screen.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984500"/>
            <a:ext cx="3384550" cy="1397000"/>
          </a:xfrm>
          <a:prstGeom prst="roundRect">
            <a:avLst>
              <a:gd name="adj" fmla="val 7272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3175000"/>
            <a:ext cx="2876550" cy="34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85A24"/>
                </a:solidFill>
                <a:latin typeface="Arial"/>
              </a:rP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651250"/>
            <a:ext cx="28765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"Prices up 8% from 1 February."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550" y="2984500"/>
            <a:ext cx="3384550" cy="1397000"/>
          </a:xfrm>
          <a:prstGeom prst="roundRect">
            <a:avLst>
              <a:gd name="adj" fmla="val 7272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550" y="3175000"/>
            <a:ext cx="2876550" cy="34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85A24"/>
                </a:solidFill>
                <a:latin typeface="Arial"/>
              </a:rP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4550" y="3651250"/>
            <a:ext cx="28765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"Belvedere pushed the 45k order to April."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8300" y="2984500"/>
            <a:ext cx="3384550" cy="1397000"/>
          </a:xfrm>
          <a:prstGeom prst="roundRect">
            <a:avLst>
              <a:gd name="adj" fmla="val 7272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2300" y="3175000"/>
            <a:ext cx="2876550" cy="349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B85A24"/>
                </a:solidFill>
                <a:latin typeface="Arial"/>
              </a:rPr>
              <a:t>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2300" y="3651250"/>
            <a:ext cx="28765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"Three temps for the rush order, about 14k."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4699000"/>
            <a:ext cx="9842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At month end it all has to be found again, by hand, under deadline. Searching takes the time that analysis should 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2611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B78"/>
                </a:solidFill>
                <a:latin typeface="Arial"/>
              </a:rPr>
              <a:t>Quotes from the fictional Pipeline Furniture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971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2E"/>
                </a:solidFill>
                <a:latin typeface="Arial"/>
              </a:rPr>
              <a:t>Eleven pain points, and where we answer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2800" y="1460500"/>
          <a:ext cx="105537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48200"/>
                <a:gridCol w="844550"/>
                <a:gridCol w="3587750"/>
                <a:gridCol w="14732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Pain point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Track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How the agent answers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Explanation crossed the screen, dug up again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Finds the email, chat or meeting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Same variances re-researched every month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Recalls last month's explanation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Some facts are only said in meetings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Searches the audio transcript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Exports and spreadsheet work repeated monthly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1, 2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Replays approved steps with code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Close procedure only in someone's head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Drafts it from one observed close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Commentary starts from a blank page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Drafts it, every sentence sourced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Demo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Controls skipped under deadline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Flags steps missing vs procedure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Data ready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Chasing answers colleagues already gave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Checks history, drafts the question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Data ready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"Where does this number come from?"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Rebuilds the evidence trail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Leave or departure, replacement is lost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Sourced handoff and guide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Procedure goes out of date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Proposes changes, re-approval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2800" y="62611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B78"/>
                </a:solidFill>
                <a:latin typeface="Arial"/>
              </a:rPr>
              <a:t>Demo = shown live. Data ready = supported by our dataset. Vision = after the hackathon.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Three tracks. We enter track 2.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841500"/>
            <a:ext cx="3175000" cy="3937000"/>
          </a:xfrm>
          <a:prstGeom prst="roundRect">
            <a:avLst>
              <a:gd name="adj" fmla="val 32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2095500"/>
            <a:ext cx="26670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6B78"/>
                </a:solidFill>
                <a:latin typeface="Arial"/>
              </a:rPr>
              <a:t>TRACK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413000"/>
            <a:ext cx="266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4202E"/>
                </a:solidFill>
                <a:latin typeface="Arial"/>
              </a:rPr>
              <a:t>Find what to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302000"/>
            <a:ext cx="2667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The slowest step of the close is searching for explanations.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826000"/>
            <a:ext cx="266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B78"/>
                </a:solidFill>
                <a:latin typeface="Arial"/>
              </a:rPr>
              <a:t>screenpipe already maps workflows: we would compete with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1000" y="1841500"/>
            <a:ext cx="3810000" cy="3937000"/>
          </a:xfrm>
          <a:prstGeom prst="roundRect">
            <a:avLst>
              <a:gd name="adj" fmla="val 2666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5000" y="2095500"/>
            <a:ext cx="33020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A36F"/>
                </a:solidFill>
                <a:latin typeface="Arial"/>
              </a:rPr>
              <a:t>TRACK 2 - OUR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0" y="2413000"/>
            <a:ext cx="330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4EF"/>
                </a:solidFill>
                <a:latin typeface="Arial"/>
              </a:rPr>
              <a:t>Teach an agent your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5000" y="3302000"/>
            <a:ext cx="3302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9D3DD"/>
                </a:solidFill>
                <a:latin typeface="Arial"/>
              </a:rPr>
              <a:t>The agent watches the February close, learns it, then closes March on its own, from data to sourced commentary.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5000" y="4826000"/>
            <a:ext cx="330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0"/>
                </a:solidFill>
                <a:latin typeface="Arial"/>
              </a:rPr>
              <a:t>Exactly the brief: recorded work, then a real task done end to 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4200" y="1841500"/>
            <a:ext cx="3175000" cy="3937000"/>
          </a:xfrm>
          <a:prstGeom prst="roundRect">
            <a:avLst>
              <a:gd name="adj" fmla="val 32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095500"/>
            <a:ext cx="26670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F6B78"/>
                </a:solidFill>
                <a:latin typeface="Arial"/>
              </a:rPr>
              <a:t>TRACK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13000"/>
            <a:ext cx="266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4202E"/>
                </a:solidFill>
                <a:latin typeface="Arial"/>
              </a:rPr>
              <a:t>Make it work for a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302000"/>
            <a:ext cx="2667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Handoff to a colleague on leave, onboarding, approved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26000"/>
            <a:ext cx="2667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B78"/>
                </a:solidFill>
                <a:latin typeface="Arial"/>
              </a:rPr>
              <a:t>Needs teammate sharing we would build from scratch: our 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095500"/>
            <a:ext cx="1828800" cy="2286000"/>
          </a:xfrm>
          <a:prstGeom prst="roundRect">
            <a:avLst>
              <a:gd name="adj" fmla="val 5555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2286000"/>
            <a:ext cx="14732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A24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" y="2571750"/>
            <a:ext cx="1473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02E"/>
                </a:solidFill>
                <a:latin typeface="Arial"/>
              </a:rPr>
              <a:t>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984500"/>
            <a:ext cx="1473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A5A"/>
                </a:solidFill>
                <a:latin typeface="Arial"/>
              </a:rPr>
              <a:t>screenpipe records screen and meeting audio, locally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05100" y="3111500"/>
            <a:ext cx="228600" cy="228600"/>
          </a:xfrm>
          <a:prstGeom prst="rightArrow">
            <a:avLst/>
          </a:prstGeom>
          <a:solidFill>
            <a:srgbClr val="2F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97200" y="2095500"/>
            <a:ext cx="1828800" cy="2286000"/>
          </a:xfrm>
          <a:prstGeom prst="roundRect">
            <a:avLst>
              <a:gd name="adj" fmla="val 5555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5000" y="2286000"/>
            <a:ext cx="14732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A24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5000" y="2571750"/>
            <a:ext cx="1473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02E"/>
                </a:solidFill>
                <a:latin typeface="Arial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5000" y="2984500"/>
            <a:ext cx="1473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A5A"/>
                </a:solidFill>
                <a:latin typeface="Arial"/>
              </a:rPr>
              <a:t>One observed close becomes a procedure, each step with 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89500" y="3111500"/>
            <a:ext cx="228600" cy="228600"/>
          </a:xfrm>
          <a:prstGeom prst="rightArrow">
            <a:avLst/>
          </a:prstGeom>
          <a:solidFill>
            <a:srgbClr val="2F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81600" y="2095500"/>
            <a:ext cx="1828800" cy="2286000"/>
          </a:xfrm>
          <a:prstGeom prst="roundRect">
            <a:avLst>
              <a:gd name="adj" fmla="val 5555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9400" y="2286000"/>
            <a:ext cx="14732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A24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9400" y="2571750"/>
            <a:ext cx="1473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02E"/>
                </a:solidFill>
                <a:latin typeface="Arial"/>
              </a:rPr>
              <a:t>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9400" y="2984500"/>
            <a:ext cx="1473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A5A"/>
                </a:solidFill>
                <a:latin typeface="Arial"/>
              </a:rPr>
              <a:t>Code computes the variances and rejects bad exports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73900" y="3111500"/>
            <a:ext cx="228600" cy="228600"/>
          </a:xfrm>
          <a:prstGeom prst="rightArrow">
            <a:avLst/>
          </a:prstGeom>
          <a:solidFill>
            <a:srgbClr val="2F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6000" y="2095500"/>
            <a:ext cx="1828800" cy="2286000"/>
          </a:xfrm>
          <a:prstGeom prst="roundRect">
            <a:avLst>
              <a:gd name="adj" fmla="val 5555"/>
            </a:avLst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286000"/>
            <a:ext cx="14732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85A24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71750"/>
            <a:ext cx="1473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202E"/>
                </a:solidFill>
                <a:latin typeface="Arial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984500"/>
            <a:ext cx="1473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4A5A"/>
                </a:solidFill>
                <a:latin typeface="Arial"/>
              </a:rPr>
              <a:t>The agent links each variance to its email, chat or meeting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58300" y="3111500"/>
            <a:ext cx="228600" cy="228600"/>
          </a:xfrm>
          <a:prstGeom prst="rightArrow">
            <a:avLst/>
          </a:prstGeom>
          <a:solidFill>
            <a:srgbClr val="2F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0400" y="2095500"/>
            <a:ext cx="1828800" cy="2286000"/>
          </a:xfrm>
          <a:prstGeom prst="roundRect">
            <a:avLst>
              <a:gd name="adj" fmla="val 5555"/>
            </a:avLst>
          </a:prstGeom>
          <a:solidFill>
            <a:srgbClr val="14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8200" y="2286000"/>
            <a:ext cx="14732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A36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8200" y="2571750"/>
            <a:ext cx="14732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4EF"/>
                </a:solidFill>
                <a:latin typeface="Arial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8200" y="2984500"/>
            <a:ext cx="14732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3DD"/>
                </a:solidFill>
                <a:latin typeface="Arial"/>
              </a:rPr>
              <a:t>The controller checks the sourced commentary and signs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4826000"/>
            <a:ext cx="9842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Built on screenpipe's local API and MCP, and on the official hackathon starter: same review desk, same evidence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971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4202E"/>
                </a:solidFill>
                <a:latin typeface="Arial"/>
              </a:rPr>
              <a:t>The demo: closing March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397000"/>
            <a:ext cx="10566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EBITDA 276.9k vs budget 324.0k: </a:t>
            </a:r>
            <a:r>
              <a:rPr sz="1600" b="1">
                <a:solidFill>
                  <a:srgbClr val="3D4A5A"/>
                </a:solidFill>
                <a:latin typeface="Arial"/>
              </a:rPr>
              <a:t>-47.1k</a:t>
            </a:r>
            <a:r>
              <a:rPr sz="1600" b="0">
                <a:solidFill>
                  <a:srgbClr val="3D4A5A"/>
                </a:solidFill>
                <a:latin typeface="Arial"/>
              </a:rPr>
              <a:t>. Seven lines need an explanation.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005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150"/>
                <a:gridCol w="1162050"/>
                <a:gridCol w="4540250"/>
                <a:gridCol w="2641600"/>
              </a:tblGrid>
              <a:tr h="4191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Cause the agent must find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Where it was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Revenue - Contract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-17,000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Belvedere -45k slipped to April, Harbour City +28k rush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Email, chat, meeting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Revenue - Online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+6,400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New web shop, account not yet mapped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Email, chat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Timber and panels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-12,400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Supplier +8%, same cause as February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Last month's commentary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Temporary labour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-14,000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Three temps for the rush order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Meeting audio only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Freight out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-6,200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Express surcharges: no reason anywhere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Nowhere: ask Sofia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+5,600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One-off credit note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Email, document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191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Professional fees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-8,000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Invoiced in March, budgeted in April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Emails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62611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F6B78"/>
                </a:solidFill>
                <a:latin typeface="Arial"/>
              </a:rPr>
              <a:t>Fictional company, 163 ledger entries, 19 emails, 12 chat messages, 3 meetings. Positive = favourable.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6F4EF"/>
                </a:solidFill>
                <a:latin typeface="Arial"/>
              </a:rPr>
              <a:t>Five moments you will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7145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A36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1739900"/>
            <a:ext cx="99949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E8EE"/>
                </a:solidFill>
                <a:latin typeface="Arial"/>
              </a:rPr>
              <a:t>One number, two stories.</a:t>
            </a:r>
            <a:r>
              <a:rPr sz="1600" b="0">
                <a:solidFill>
                  <a:srgbClr val="E3E8EE"/>
                </a:solidFill>
                <a:latin typeface="Arial"/>
              </a:rPr>
              <a:t> -17k on contracts is really -45k late and +28k extra.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4765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A36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4300" y="2501900"/>
            <a:ext cx="99949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E8EE"/>
                </a:solidFill>
                <a:latin typeface="Arial"/>
              </a:rPr>
              <a:t>It heard the meeting.</a:t>
            </a:r>
            <a:r>
              <a:rPr sz="1600" b="0">
                <a:solidFill>
                  <a:srgbClr val="E3E8EE"/>
                </a:solidFill>
                <a:latin typeface="Arial"/>
              </a:rPr>
              <a:t> The temps were only ever mentioned out 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2385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A36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4300" y="3263900"/>
            <a:ext cx="99949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E8EE"/>
                </a:solidFill>
                <a:latin typeface="Arial"/>
              </a:rPr>
              <a:t>It remembers.</a:t>
            </a:r>
            <a:r>
              <a:rPr sz="1600" b="0">
                <a:solidFill>
                  <a:srgbClr val="E3E8EE"/>
                </a:solidFill>
                <a:latin typeface="Arial"/>
              </a:rPr>
              <a:t> "Same cause as February. Still true? Also +3% more from May."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0005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A36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4300" y="4025900"/>
            <a:ext cx="99949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E8EE"/>
                </a:solidFill>
                <a:latin typeface="Arial"/>
              </a:rPr>
              <a:t>It knows what it does not know.</a:t>
            </a:r>
            <a:r>
              <a:rPr sz="1600" b="0">
                <a:solidFill>
                  <a:srgbClr val="E3E8EE"/>
                </a:solidFill>
                <a:latin typeface="Arial"/>
              </a:rPr>
              <a:t> No evidence for freight: it drafts a question instead of a guess.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762500"/>
            <a:ext cx="444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0A36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4300" y="4787900"/>
            <a:ext cx="99949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3E8EE"/>
                </a:solidFill>
                <a:latin typeface="Arial"/>
              </a:rPr>
              <a:t>It refuses bad data.</a:t>
            </a:r>
            <a:r>
              <a:rPr sz="1600" b="0">
                <a:solidFill>
                  <a:srgbClr val="E3E8EE"/>
                </a:solidFill>
                <a:latin typeface="Arial"/>
              </a:rPr>
              <a:t> A duplicated entry and a malformed amount stop the close before any figure.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95250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Code computes. The model explains. A human approves.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24130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26416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DA8"/>
                </a:solidFill>
                <a:latin typeface="Arial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048000"/>
            <a:ext cx="467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Every figure comes from tested code. The model never calculates.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7600" y="24130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1600" y="26416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DA8"/>
                </a:solidFill>
                <a:latin typeface="Arial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1600" y="3048000"/>
            <a:ext cx="467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Every explanation shows its exact quote and source. No source, no claim.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1275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43561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DA8"/>
                </a:solidFill>
                <a:latin typeface="Arial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762500"/>
            <a:ext cx="467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The procedure and the commentary are drafts until the controller signs 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4127500"/>
            <a:ext cx="5181600" cy="1524000"/>
          </a:xfrm>
          <a:prstGeom prst="roundRect">
            <a:avLst>
              <a:gd name="adj" fmla="val 6666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600" y="4356100"/>
            <a:ext cx="46736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F6DA8"/>
                </a:solidFill>
                <a:latin typeface="Arial"/>
              </a:rP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600" y="4762500"/>
            <a:ext cx="46736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D4A5A"/>
                </a:solidFill>
                <a:latin typeface="Arial"/>
              </a:rPr>
              <a:t>Local by default, chosen apps only, passwords excluded, per-agent data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Why screenpipe could ship 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12800" y="1841500"/>
            <a:ext cx="10566400" cy="0"/>
          </a:xfrm>
          <a:prstGeom prst="line">
            <a:avLst/>
          </a:prstGeom>
          <a:ln w="12700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12800" y="1993900"/>
            <a:ext cx="3302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5A24"/>
                </a:solidFill>
                <a:latin typeface="Arial"/>
              </a:rPr>
              <a:t>It is your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8800" y="1993900"/>
            <a:ext cx="70104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Find work worth automating and give agents context, applied to a job with a clear owner and deliverable.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12800" y="2794000"/>
            <a:ext cx="10566400" cy="0"/>
          </a:xfrm>
          <a:prstGeom prst="line">
            <a:avLst/>
          </a:prstGeom>
          <a:ln w="12700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800" y="2946400"/>
            <a:ext cx="3302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5A24"/>
                </a:solidFill>
                <a:latin typeface="Arial"/>
              </a:rPr>
              <a:t>It extends your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8800" y="2946400"/>
            <a:ext cx="70104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Review desk, exact quotes, frozen approvals, replay with fixed code: we follow the same rules.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2800" y="3746500"/>
            <a:ext cx="10566400" cy="0"/>
          </a:xfrm>
          <a:prstGeom prst="line">
            <a:avLst/>
          </a:prstGeom>
          <a:ln w="12700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2800" y="3898900"/>
            <a:ext cx="3302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5A24"/>
                </a:solidFill>
                <a:latin typeface="Arial"/>
              </a:rPr>
              <a:t>It recurs everywhere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800" y="3898900"/>
            <a:ext cx="70104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Every company closes its books every month. Same pain, same shape, every time.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800" y="4699000"/>
            <a:ext cx="10566400" cy="0"/>
          </a:xfrm>
          <a:prstGeom prst="line">
            <a:avLst/>
          </a:prstGeom>
          <a:ln w="12700">
            <a:solidFill>
              <a:srgbClr val="D8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2800" y="4851400"/>
            <a:ext cx="3302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5A24"/>
                </a:solidFill>
                <a:latin typeface="Arial"/>
              </a:rPr>
              <a:t>It is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800" y="4851400"/>
            <a:ext cx="70104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An answer key scores each variance: right cause, right source, right "repeats next month".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After the weekend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841500"/>
            <a:ext cx="3384550" cy="3556000"/>
          </a:xfrm>
          <a:prstGeom prst="roundRect">
            <a:avLst>
              <a:gd name="adj" fmla="val 3001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2095500"/>
            <a:ext cx="287655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DA8"/>
                </a:solidFill>
                <a:latin typeface="Arial"/>
              </a:rPr>
              <a:t>FOR THE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476500"/>
            <a:ext cx="287655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Flags controls skipped this month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Checks history before chasing a colleague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Rebuilds the trail behind any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0550" y="1841500"/>
            <a:ext cx="3384550" cy="3556000"/>
          </a:xfrm>
          <a:prstGeom prst="roundRect">
            <a:avLst>
              <a:gd name="adj" fmla="val 3001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550" y="2095500"/>
            <a:ext cx="287655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DA8"/>
                </a:solidFill>
                <a:latin typeface="Arial"/>
              </a:rPr>
              <a:t>FOR 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4550" y="2476500"/>
            <a:ext cx="287655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Sourced handoff when someone is on leave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Onboarding from the approved procedure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Procedure changes with re-approval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8300" y="1841500"/>
            <a:ext cx="3384550" cy="3556000"/>
          </a:xfrm>
          <a:prstGeom prst="roundRect">
            <a:avLst>
              <a:gd name="adj" fmla="val 3001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2300" y="2095500"/>
            <a:ext cx="287655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F6DA8"/>
                </a:solidFill>
                <a:latin typeface="Arial"/>
              </a:rPr>
              <a:t>FOR THE CFO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2300" y="2476500"/>
            <a:ext cx="2876550" cy="279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Forecasts that already include what was said in meetings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"Repeats next month?" on every 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092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4202E"/>
                </a:solidFill>
                <a:latin typeface="Arial"/>
              </a:rPr>
              <a:t>The team and the 48 hours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12800" y="1651000"/>
          <a:ext cx="51244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450"/>
                <a:gridCol w="3175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Owns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[Name] - Capture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screenpipe setup, recording, API and MCP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[Name] - Engine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Variance code, data checks, tests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[Name] - Memory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Linking variances to evidence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[Name] - Interface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Variance view, sources, commentary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[Name] - Story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Pitch, video, live demo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48400" y="1651000"/>
          <a:ext cx="51244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36893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02E"/>
                          </a:solidFill>
                          <a:latin typeface="Arial"/>
                        </a:rPr>
                        <a:t>Checkpoint</a:t>
                      </a:r>
                    </a:p>
                  </a:txBody>
                  <a:tcPr marL="76200" marR="76200" anchor="ctr">
                    <a:solidFill>
                      <a:srgbClr val="ECE8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Fri night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Engine matches the answer key, rejects the bad export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Sat 13:00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Evidence for 5 of 7 variances, freight "not found"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Sat 18:00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Blockers to screenpipe office hours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Sun 12:00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Feature freeze, rehearse, record</a:t>
                      </a:r>
                    </a:p>
                  </a:txBody>
                  <a:tcPr marL="76200" marR="76200" anchor="ctr">
                    <a:solidFill>
                      <a:srgbClr val="EFEBE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Sun 15:30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202E"/>
                          </a:solidFill>
                          <a:latin typeface="Arial"/>
                        </a:rPr>
                        <a:t>Video, GitHub link, description submitted</a:t>
                      </a:r>
                    </a:p>
                  </a:txBody>
                  <a:tcPr marL="76200" marR="76200" anchor="ctr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4826000"/>
            <a:ext cx="105664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D4A5A"/>
                </a:solidFill>
                <a:latin typeface="Arial"/>
              </a:rPr>
              <a:t>Ready before Friday: a fictional company with three months of books, mail, chat and meetings, and an answer key.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460500"/>
            <a:ext cx="105664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6F4EF"/>
                </a:solidFill>
                <a:latin typeface="Arial"/>
              </a:rPr>
              <a:t>The controller stops searching and starts analysing.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56000"/>
            <a:ext cx="9525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0A36F"/>
                </a:solidFill>
                <a:latin typeface="Arial"/>
              </a:rPr>
              <a:t>Our fictional company is called Pipeline. We named it after the tool that gave it a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261100"/>
            <a:ext cx="10566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0C0"/>
                </a:solidFill>
                <a:latin typeface="Arial"/>
              </a:rPr>
              <a:t>Close Memory - 42 Paris x screenpipe hackathon - 16 to 18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 Memory - hackathon pitch</dc:title>
  <dc:subject/>
  <dc:creator>Close Memory team</dc:creator>
  <cp:keywords/>
  <dc:description>generated using python-pptx</dc:description>
  <cp:lastModifiedBy>Close Memory team</cp:lastModifiedBy>
  <cp:revision>1</cp:revision>
  <dcterms:created xsi:type="dcterms:W3CDTF">2026-04-01T09:00:00Z</dcterms:created>
  <dcterms:modified xsi:type="dcterms:W3CDTF">2026-04-01T09:00:00Z</dcterms:modified>
  <cp:category/>
</cp:coreProperties>
</file>